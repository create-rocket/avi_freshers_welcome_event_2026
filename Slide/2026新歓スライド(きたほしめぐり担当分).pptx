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9"/>
  </p:notesMasterIdLst>
  <p:sldIdLst>
    <p:sldId id="287" r:id="rId2"/>
    <p:sldId id="288" r:id="rId3"/>
    <p:sldId id="289" r:id="rId4"/>
    <p:sldId id="290" r:id="rId5"/>
    <p:sldId id="291" r:id="rId6"/>
    <p:sldId id="292" r:id="rId7"/>
    <p:sldId id="29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043" autoAdjust="0"/>
  </p:normalViewPr>
  <p:slideViewPr>
    <p:cSldViewPr snapToGrid="0">
      <p:cViewPr varScale="1">
        <p:scale>
          <a:sx n="91" d="100"/>
          <a:sy n="91" d="100"/>
        </p:scale>
        <p:origin x="76"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6DAD2B-9023-4348-A3BE-8755F533231C}" type="datetimeFigureOut">
              <a:rPr kumimoji="1" lang="ja-JP" altLang="en-US" smtClean="0"/>
              <a:t>2026/4/6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8AEB5-C281-467C-B5DE-99D6AB549DC6}" type="slidenum">
              <a:rPr kumimoji="1" lang="ja-JP" altLang="en-US" smtClean="0"/>
              <a:t>‹#›</a:t>
            </a:fld>
            <a:endParaRPr kumimoji="1" lang="ja-JP" altLang="en-US"/>
          </a:p>
        </p:txBody>
      </p:sp>
    </p:spTree>
    <p:extLst>
      <p:ext uri="{BB962C8B-B14F-4D97-AF65-F5344CB8AC3E}">
        <p14:creationId xmlns:p14="http://schemas.microsoft.com/office/powerpoint/2010/main" val="243816578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話す内容はノートにしっかり書きましょう。</a:t>
            </a:r>
          </a:p>
        </p:txBody>
      </p:sp>
      <p:sp>
        <p:nvSpPr>
          <p:cNvPr id="4" name="スライド番号プレースホルダー 3"/>
          <p:cNvSpPr>
            <a:spLocks noGrp="1"/>
          </p:cNvSpPr>
          <p:nvPr>
            <p:ph type="sldNum" sz="quarter" idx="5"/>
          </p:nvPr>
        </p:nvSpPr>
        <p:spPr/>
        <p:txBody>
          <a:bodyPr/>
          <a:lstStyle/>
          <a:p>
            <a:fld id="{D038AEB5-C281-467C-B5DE-99D6AB549DC6}" type="slidenum">
              <a:rPr kumimoji="1" lang="ja-JP" altLang="en-US" smtClean="0"/>
              <a:t>1</a:t>
            </a:fld>
            <a:endParaRPr kumimoji="1" lang="ja-JP" altLang="en-US"/>
          </a:p>
        </p:txBody>
      </p:sp>
    </p:spTree>
    <p:extLst>
      <p:ext uri="{BB962C8B-B14F-4D97-AF65-F5344CB8AC3E}">
        <p14:creationId xmlns:p14="http://schemas.microsoft.com/office/powerpoint/2010/main" val="1215869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1DCA-70EE-E72C-E747-79424CB4A09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91E058-D9FB-C648-FFE2-30234A1370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F1020F-6A3E-60C5-7194-D51F634EBC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a:extLst>
              <a:ext uri="{FF2B5EF4-FFF2-40B4-BE49-F238E27FC236}">
                <a16:creationId xmlns:a16="http://schemas.microsoft.com/office/drawing/2014/main" id="{C86D0B69-2598-701E-C3E2-CB038251A23D}"/>
              </a:ext>
            </a:extLst>
          </p:cNvPr>
          <p:cNvSpPr>
            <a:spLocks noGrp="1"/>
          </p:cNvSpPr>
          <p:nvPr>
            <p:ph type="sldNum" sz="quarter" idx="5"/>
          </p:nvPr>
        </p:nvSpPr>
        <p:spPr/>
        <p:txBody>
          <a:bodyPr/>
          <a:lstStyle/>
          <a:p>
            <a:fld id="{D038AEB5-C281-467C-B5DE-99D6AB549DC6}" type="slidenum">
              <a:rPr kumimoji="1" lang="ja-JP" altLang="en-US" smtClean="0"/>
              <a:t>2</a:t>
            </a:fld>
            <a:endParaRPr kumimoji="1" lang="ja-JP" altLang="en-US"/>
          </a:p>
        </p:txBody>
      </p:sp>
    </p:spTree>
    <p:extLst>
      <p:ext uri="{BB962C8B-B14F-4D97-AF65-F5344CB8AC3E}">
        <p14:creationId xmlns:p14="http://schemas.microsoft.com/office/powerpoint/2010/main" val="1118558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8" name="テキスト ボックス 7">
            <a:extLst>
              <a:ext uri="{FF2B5EF4-FFF2-40B4-BE49-F238E27FC236}">
                <a16:creationId xmlns:a16="http://schemas.microsoft.com/office/drawing/2014/main" id="{141FA4CF-2B61-4BEE-BE80-8DCB11533088}"/>
              </a:ext>
            </a:extLst>
          </p:cNvPr>
          <p:cNvSpPr txBox="1"/>
          <p:nvPr userDrawn="1"/>
        </p:nvSpPr>
        <p:spPr>
          <a:xfrm>
            <a:off x="2352232" y="-315000"/>
            <a:ext cx="7487535" cy="7488000"/>
          </a:xfrm>
          <a:prstGeom prst="rect">
            <a:avLst/>
          </a:prstGeom>
          <a:blipFill dpi="0" rotWithShape="1">
            <a:blip r:embed="rId2">
              <a:alphaModFix amt="40000"/>
            </a:blip>
            <a:srcRect/>
            <a:stretch>
              <a:fillRect/>
            </a:stretch>
          </a:blipFill>
        </p:spPr>
        <p:txBody>
          <a:bodyPr wrap="square" rtlCol="0">
            <a:spAutoFit/>
          </a:bodyPr>
          <a:lstStyle/>
          <a:p>
            <a:endParaRPr kumimoji="1" lang="ja-JP" altLang="en-US" dirty="0"/>
          </a:p>
        </p:txBody>
      </p:sp>
    </p:spTree>
    <p:extLst>
      <p:ext uri="{BB962C8B-B14F-4D97-AF65-F5344CB8AC3E}">
        <p14:creationId xmlns:p14="http://schemas.microsoft.com/office/powerpoint/2010/main" val="4136910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0" y="4505"/>
            <a:ext cx="9272187" cy="1017646"/>
          </a:xfrm>
        </p:spPr>
        <p:txBody>
          <a:bodyPr>
            <a:normAutofit/>
          </a:bodyPr>
          <a:lstStyle>
            <a:lvl1pPr>
              <a:defRPr sz="4000"/>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427383" y="1487228"/>
            <a:ext cx="10515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pic>
        <p:nvPicPr>
          <p:cNvPr id="8" name="図 7"/>
          <p:cNvPicPr>
            <a:picLocks noChangeAspect="1"/>
          </p:cNvPicPr>
          <p:nvPr userDrawn="1"/>
        </p:nvPicPr>
        <p:blipFill>
          <a:blip r:embed="rId2">
            <a:lum bright="40000" contrast="-20000"/>
          </a:blip>
          <a:stretch>
            <a:fillRect/>
          </a:stretch>
        </p:blipFill>
        <p:spPr>
          <a:xfrm rot="5400000">
            <a:off x="11096079" y="228375"/>
            <a:ext cx="338396" cy="1499355"/>
          </a:xfrm>
          <a:prstGeom prst="rect">
            <a:avLst/>
          </a:prstGeom>
          <a:ln>
            <a:noFill/>
          </a:ln>
        </p:spPr>
      </p:pic>
      <p:cxnSp>
        <p:nvCxnSpPr>
          <p:cNvPr id="9" name="直線コネクタ 8"/>
          <p:cNvCxnSpPr>
            <a:cxnSpLocks/>
          </p:cNvCxnSpPr>
          <p:nvPr userDrawn="1"/>
        </p:nvCxnSpPr>
        <p:spPr>
          <a:xfrm>
            <a:off x="0" y="976750"/>
            <a:ext cx="10942983"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5" name="スライド番号プレースホルダー 4">
            <a:extLst>
              <a:ext uri="{FF2B5EF4-FFF2-40B4-BE49-F238E27FC236}">
                <a16:creationId xmlns:a16="http://schemas.microsoft.com/office/drawing/2014/main" id="{7F774DE8-C693-4636-8E32-96A0D0D25F15}"/>
              </a:ext>
            </a:extLst>
          </p:cNvPr>
          <p:cNvSpPr>
            <a:spLocks noGrp="1"/>
          </p:cNvSpPr>
          <p:nvPr>
            <p:ph type="sldNum" sz="quarter" idx="4294967295"/>
          </p:nvPr>
        </p:nvSpPr>
        <p:spPr>
          <a:xfrm>
            <a:off x="11684000" y="6464300"/>
            <a:ext cx="508000" cy="393700"/>
          </a:xfrm>
          <a:prstGeom prst="rect">
            <a:avLst/>
          </a:prstGeom>
        </p:spPr>
        <p:txBody>
          <a:bodyPr/>
          <a:lstStyle/>
          <a:p>
            <a:fld id="{981D3C54-CAD6-46E8-A6CA-A5773042E8B1}" type="slidenum">
              <a:rPr kumimoji="1" lang="ja-JP" altLang="en-US" smtClean="0"/>
              <a:t>‹#›</a:t>
            </a:fld>
            <a:endParaRPr kumimoji="1" lang="ja-JP" altLang="en-US"/>
          </a:p>
        </p:txBody>
      </p:sp>
      <p:pic>
        <p:nvPicPr>
          <p:cNvPr id="11" name="図 10" descr="図形 が含まれている画像&#10;&#10;自動的に生成された説明">
            <a:extLst>
              <a:ext uri="{FF2B5EF4-FFF2-40B4-BE49-F238E27FC236}">
                <a16:creationId xmlns:a16="http://schemas.microsoft.com/office/drawing/2014/main" id="{7F0A6797-4F00-4377-BBC6-4B9EBFFCDE76}"/>
              </a:ext>
            </a:extLst>
          </p:cNvPr>
          <p:cNvPicPr>
            <a:picLocks noChangeAspect="1"/>
          </p:cNvPicPr>
          <p:nvPr userDrawn="1"/>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461241" y="67743"/>
            <a:ext cx="2574860" cy="525331"/>
          </a:xfrm>
          <a:prstGeom prst="rect">
            <a:avLst/>
          </a:prstGeom>
        </p:spPr>
      </p:pic>
    </p:spTree>
    <p:extLst>
      <p:ext uri="{BB962C8B-B14F-4D97-AF65-F5344CB8AC3E}">
        <p14:creationId xmlns:p14="http://schemas.microsoft.com/office/powerpoint/2010/main" val="2402698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9679477"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78601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sz="1600"/>
            </a:lvl1pPr>
          </a:lstStyle>
          <a:p>
            <a:endParaRPr kumimoji="1" lang="ja-JP" alt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81D3C54-CAD6-46E8-A6CA-A5773042E8B1}" type="slidenum">
              <a:rPr kumimoji="1" lang="ja-JP" altLang="en-US" smtClean="0"/>
              <a:t>‹#›</a:t>
            </a:fld>
            <a:endParaRPr kumimoji="1" lang="ja-JP" altLang="en-US"/>
          </a:p>
        </p:txBody>
      </p:sp>
      <p:pic>
        <p:nvPicPr>
          <p:cNvPr id="7" name="図 6">
            <a:extLst>
              <a:ext uri="{FF2B5EF4-FFF2-40B4-BE49-F238E27FC236}">
                <a16:creationId xmlns:a16="http://schemas.microsoft.com/office/drawing/2014/main" id="{312F060F-0D20-45FB-9642-64B7B8D7D05F}"/>
              </a:ext>
            </a:extLst>
          </p:cNvPr>
          <p:cNvPicPr>
            <a:picLocks noChangeAspect="1"/>
          </p:cNvPicPr>
          <p:nvPr userDrawn="1"/>
        </p:nvPicPr>
        <p:blipFill>
          <a:blip r:embed="rId2">
            <a:lum bright="40000" contrast="-20000"/>
          </a:blip>
          <a:stretch>
            <a:fillRect/>
          </a:stretch>
        </p:blipFill>
        <p:spPr>
          <a:xfrm rot="5400000">
            <a:off x="11178251" y="3826292"/>
            <a:ext cx="338396" cy="1499355"/>
          </a:xfrm>
          <a:prstGeom prst="rect">
            <a:avLst/>
          </a:prstGeom>
          <a:ln>
            <a:noFill/>
          </a:ln>
        </p:spPr>
      </p:pic>
      <p:cxnSp>
        <p:nvCxnSpPr>
          <p:cNvPr id="8" name="直線コネクタ 7">
            <a:extLst>
              <a:ext uri="{FF2B5EF4-FFF2-40B4-BE49-F238E27FC236}">
                <a16:creationId xmlns:a16="http://schemas.microsoft.com/office/drawing/2014/main" id="{D6583C4D-7AD3-4FBA-A75C-42F1E8EB4C93}"/>
              </a:ext>
            </a:extLst>
          </p:cNvPr>
          <p:cNvCxnSpPr>
            <a:cxnSpLocks/>
          </p:cNvCxnSpPr>
          <p:nvPr userDrawn="1"/>
        </p:nvCxnSpPr>
        <p:spPr>
          <a:xfrm>
            <a:off x="82172" y="4574667"/>
            <a:ext cx="10942983"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図 9" descr="図形&#10;&#10;中程度の精度で自動的に生成された説明">
            <a:extLst>
              <a:ext uri="{FF2B5EF4-FFF2-40B4-BE49-F238E27FC236}">
                <a16:creationId xmlns:a16="http://schemas.microsoft.com/office/drawing/2014/main" id="{B44E9D44-CA48-49A1-8A00-CCA775F6C51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21351" y="354431"/>
            <a:ext cx="3314700" cy="676275"/>
          </a:xfrm>
          <a:prstGeom prst="rect">
            <a:avLst/>
          </a:prstGeom>
        </p:spPr>
      </p:pic>
      <p:pic>
        <p:nvPicPr>
          <p:cNvPr id="11" name="図 10" descr="アイコン&#10;&#10;自動的に生成された説明">
            <a:extLst>
              <a:ext uri="{FF2B5EF4-FFF2-40B4-BE49-F238E27FC236}">
                <a16:creationId xmlns:a16="http://schemas.microsoft.com/office/drawing/2014/main" id="{A8261770-E93C-41F7-A167-D76D7B0C3DD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24158" y="172649"/>
            <a:ext cx="1397193" cy="1039837"/>
          </a:xfrm>
          <a:prstGeom prst="rect">
            <a:avLst/>
          </a:prstGeom>
        </p:spPr>
      </p:pic>
    </p:spTree>
    <p:extLst>
      <p:ext uri="{BB962C8B-B14F-4D97-AF65-F5344CB8AC3E}">
        <p14:creationId xmlns:p14="http://schemas.microsoft.com/office/powerpoint/2010/main" val="1035371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60426"/>
            <a:ext cx="5181600" cy="4816537"/>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6172200" y="1360426"/>
            <a:ext cx="5181600" cy="4816537"/>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81D3C54-CAD6-46E8-A6CA-A5773042E8B1}"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E5762B0-7777-4570-840F-08599C842271}"/>
              </a:ext>
            </a:extLst>
          </p:cNvPr>
          <p:cNvPicPr>
            <a:picLocks noChangeAspect="1"/>
          </p:cNvPicPr>
          <p:nvPr userDrawn="1"/>
        </p:nvPicPr>
        <p:blipFill>
          <a:blip r:embed="rId2">
            <a:lum bright="40000" contrast="-20000"/>
          </a:blip>
          <a:stretch>
            <a:fillRect/>
          </a:stretch>
        </p:blipFill>
        <p:spPr>
          <a:xfrm rot="5400000">
            <a:off x="11096079" y="228375"/>
            <a:ext cx="338396" cy="1499355"/>
          </a:xfrm>
          <a:prstGeom prst="rect">
            <a:avLst/>
          </a:prstGeom>
          <a:ln>
            <a:noFill/>
          </a:ln>
        </p:spPr>
      </p:pic>
      <p:cxnSp>
        <p:nvCxnSpPr>
          <p:cNvPr id="9" name="直線コネクタ 8">
            <a:extLst>
              <a:ext uri="{FF2B5EF4-FFF2-40B4-BE49-F238E27FC236}">
                <a16:creationId xmlns:a16="http://schemas.microsoft.com/office/drawing/2014/main" id="{DE651174-0F83-4ACA-8A5C-273BC13FC501}"/>
              </a:ext>
            </a:extLst>
          </p:cNvPr>
          <p:cNvCxnSpPr>
            <a:cxnSpLocks/>
          </p:cNvCxnSpPr>
          <p:nvPr userDrawn="1"/>
        </p:nvCxnSpPr>
        <p:spPr>
          <a:xfrm>
            <a:off x="0" y="976750"/>
            <a:ext cx="10942983"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図 9" descr="図形 が含まれている画像&#10;&#10;自動的に生成された説明">
            <a:extLst>
              <a:ext uri="{FF2B5EF4-FFF2-40B4-BE49-F238E27FC236}">
                <a16:creationId xmlns:a16="http://schemas.microsoft.com/office/drawing/2014/main" id="{C6A43269-8326-4E34-B694-09A8B57D2417}"/>
              </a:ext>
            </a:extLst>
          </p:cNvPr>
          <p:cNvPicPr>
            <a:picLocks noChangeAspect="1"/>
          </p:cNvPicPr>
          <p:nvPr userDrawn="1"/>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461241" y="67743"/>
            <a:ext cx="2574860" cy="525331"/>
          </a:xfrm>
          <a:prstGeom prst="rect">
            <a:avLst/>
          </a:prstGeom>
        </p:spPr>
      </p:pic>
      <p:sp>
        <p:nvSpPr>
          <p:cNvPr id="11" name="Title 1">
            <a:extLst>
              <a:ext uri="{FF2B5EF4-FFF2-40B4-BE49-F238E27FC236}">
                <a16:creationId xmlns:a16="http://schemas.microsoft.com/office/drawing/2014/main" id="{E2CA8DCE-E82E-43B3-A414-5F995ED840D5}"/>
              </a:ext>
            </a:extLst>
          </p:cNvPr>
          <p:cNvSpPr>
            <a:spLocks noGrp="1"/>
          </p:cNvSpPr>
          <p:nvPr>
            <p:ph type="title"/>
          </p:nvPr>
        </p:nvSpPr>
        <p:spPr>
          <a:xfrm>
            <a:off x="0" y="4505"/>
            <a:ext cx="9272187" cy="1017646"/>
          </a:xfrm>
        </p:spPr>
        <p:txBody>
          <a:bodyPr>
            <a:normAutofit/>
          </a:bodyPr>
          <a:lstStyle>
            <a:lvl1pPr>
              <a:defRPr sz="4000"/>
            </a:lvl1pPr>
          </a:lstStyle>
          <a:p>
            <a:r>
              <a:rPr lang="ja-JP" altLang="en-US" dirty="0"/>
              <a:t>マスター タイトルの書式設定</a:t>
            </a:r>
            <a:endParaRPr lang="en-US" dirty="0"/>
          </a:p>
        </p:txBody>
      </p:sp>
    </p:spTree>
    <p:extLst>
      <p:ext uri="{BB962C8B-B14F-4D97-AF65-F5344CB8AC3E}">
        <p14:creationId xmlns:p14="http://schemas.microsoft.com/office/powerpoint/2010/main" val="189932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27539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116398"/>
            <a:ext cx="5157787" cy="407326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69024" y="1278202"/>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116398"/>
            <a:ext cx="5183188" cy="407326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81D3C54-CAD6-46E8-A6CA-A5773042E8B1}" type="slidenum">
              <a:rPr kumimoji="1" lang="ja-JP" altLang="en-US" smtClean="0"/>
              <a:t>‹#›</a:t>
            </a:fld>
            <a:endParaRPr kumimoji="1" lang="ja-JP" altLang="en-US"/>
          </a:p>
        </p:txBody>
      </p:sp>
      <p:pic>
        <p:nvPicPr>
          <p:cNvPr id="10" name="図 9">
            <a:extLst>
              <a:ext uri="{FF2B5EF4-FFF2-40B4-BE49-F238E27FC236}">
                <a16:creationId xmlns:a16="http://schemas.microsoft.com/office/drawing/2014/main" id="{BA9FB30D-92FE-45A0-AC27-59F29B017B4F}"/>
              </a:ext>
            </a:extLst>
          </p:cNvPr>
          <p:cNvPicPr>
            <a:picLocks noChangeAspect="1"/>
          </p:cNvPicPr>
          <p:nvPr userDrawn="1"/>
        </p:nvPicPr>
        <p:blipFill>
          <a:blip r:embed="rId2">
            <a:lum bright="40000" contrast="-20000"/>
          </a:blip>
          <a:stretch>
            <a:fillRect/>
          </a:stretch>
        </p:blipFill>
        <p:spPr>
          <a:xfrm rot="5400000">
            <a:off x="11096079" y="228375"/>
            <a:ext cx="338396" cy="1499355"/>
          </a:xfrm>
          <a:prstGeom prst="rect">
            <a:avLst/>
          </a:prstGeom>
          <a:ln>
            <a:noFill/>
          </a:ln>
        </p:spPr>
      </p:pic>
      <p:cxnSp>
        <p:nvCxnSpPr>
          <p:cNvPr id="11" name="直線コネクタ 10">
            <a:extLst>
              <a:ext uri="{FF2B5EF4-FFF2-40B4-BE49-F238E27FC236}">
                <a16:creationId xmlns:a16="http://schemas.microsoft.com/office/drawing/2014/main" id="{CE035648-6539-4AF8-BB78-D58E19AF4969}"/>
              </a:ext>
            </a:extLst>
          </p:cNvPr>
          <p:cNvCxnSpPr>
            <a:cxnSpLocks/>
          </p:cNvCxnSpPr>
          <p:nvPr userDrawn="1"/>
        </p:nvCxnSpPr>
        <p:spPr>
          <a:xfrm>
            <a:off x="0" y="976750"/>
            <a:ext cx="10942983"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2" name="図 11" descr="図形 が含まれている画像&#10;&#10;自動的に生成された説明">
            <a:extLst>
              <a:ext uri="{FF2B5EF4-FFF2-40B4-BE49-F238E27FC236}">
                <a16:creationId xmlns:a16="http://schemas.microsoft.com/office/drawing/2014/main" id="{1F1370BD-227E-4815-9648-86CE4DC7CD2E}"/>
              </a:ext>
            </a:extLst>
          </p:cNvPr>
          <p:cNvPicPr>
            <a:picLocks noChangeAspect="1"/>
          </p:cNvPicPr>
          <p:nvPr userDrawn="1"/>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461241" y="67743"/>
            <a:ext cx="2574860" cy="525331"/>
          </a:xfrm>
          <a:prstGeom prst="rect">
            <a:avLst/>
          </a:prstGeom>
        </p:spPr>
      </p:pic>
      <p:sp>
        <p:nvSpPr>
          <p:cNvPr id="13" name="Title 1">
            <a:extLst>
              <a:ext uri="{FF2B5EF4-FFF2-40B4-BE49-F238E27FC236}">
                <a16:creationId xmlns:a16="http://schemas.microsoft.com/office/drawing/2014/main" id="{8ACE6262-EC87-4B88-8652-0464AAC6666C}"/>
              </a:ext>
            </a:extLst>
          </p:cNvPr>
          <p:cNvSpPr>
            <a:spLocks noGrp="1"/>
          </p:cNvSpPr>
          <p:nvPr>
            <p:ph type="title"/>
          </p:nvPr>
        </p:nvSpPr>
        <p:spPr>
          <a:xfrm>
            <a:off x="0" y="4505"/>
            <a:ext cx="9272187" cy="1017646"/>
          </a:xfrm>
        </p:spPr>
        <p:txBody>
          <a:bodyPr>
            <a:normAutofit/>
          </a:bodyPr>
          <a:lstStyle>
            <a:lvl1pPr>
              <a:defRPr sz="4000"/>
            </a:lvl1pPr>
          </a:lstStyle>
          <a:p>
            <a:r>
              <a:rPr lang="ja-JP" altLang="en-US" dirty="0"/>
              <a:t>マスター タイトルの書式設定</a:t>
            </a:r>
            <a:endParaRPr lang="en-US" dirty="0"/>
          </a:p>
        </p:txBody>
      </p:sp>
    </p:spTree>
    <p:extLst>
      <p:ext uri="{BB962C8B-B14F-4D97-AF65-F5344CB8AC3E}">
        <p14:creationId xmlns:p14="http://schemas.microsoft.com/office/powerpoint/2010/main" val="2156756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81D3C54-CAD6-46E8-A6CA-A5773042E8B1}" type="slidenum">
              <a:rPr kumimoji="1" lang="ja-JP" altLang="en-US" smtClean="0"/>
              <a:t>‹#›</a:t>
            </a:fld>
            <a:endParaRPr kumimoji="1" lang="ja-JP" altLang="en-US"/>
          </a:p>
        </p:txBody>
      </p:sp>
      <p:pic>
        <p:nvPicPr>
          <p:cNvPr id="6" name="図 5">
            <a:extLst>
              <a:ext uri="{FF2B5EF4-FFF2-40B4-BE49-F238E27FC236}">
                <a16:creationId xmlns:a16="http://schemas.microsoft.com/office/drawing/2014/main" id="{8281A229-AC19-4CEF-8BB8-E3F86ABF21C8}"/>
              </a:ext>
            </a:extLst>
          </p:cNvPr>
          <p:cNvPicPr>
            <a:picLocks noChangeAspect="1"/>
          </p:cNvPicPr>
          <p:nvPr userDrawn="1"/>
        </p:nvPicPr>
        <p:blipFill>
          <a:blip r:embed="rId2">
            <a:lum bright="40000" contrast="-20000"/>
          </a:blip>
          <a:stretch>
            <a:fillRect/>
          </a:stretch>
        </p:blipFill>
        <p:spPr>
          <a:xfrm rot="5400000">
            <a:off x="11096079" y="228375"/>
            <a:ext cx="338396" cy="1499355"/>
          </a:xfrm>
          <a:prstGeom prst="rect">
            <a:avLst/>
          </a:prstGeom>
          <a:ln>
            <a:noFill/>
          </a:ln>
        </p:spPr>
      </p:pic>
      <p:cxnSp>
        <p:nvCxnSpPr>
          <p:cNvPr id="7" name="直線コネクタ 6">
            <a:extLst>
              <a:ext uri="{FF2B5EF4-FFF2-40B4-BE49-F238E27FC236}">
                <a16:creationId xmlns:a16="http://schemas.microsoft.com/office/drawing/2014/main" id="{87DD3CD3-0A1A-4E54-A92C-8A21F65A445D}"/>
              </a:ext>
            </a:extLst>
          </p:cNvPr>
          <p:cNvCxnSpPr>
            <a:cxnSpLocks/>
          </p:cNvCxnSpPr>
          <p:nvPr userDrawn="1"/>
        </p:nvCxnSpPr>
        <p:spPr>
          <a:xfrm>
            <a:off x="0" y="976750"/>
            <a:ext cx="10942983"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図 7" descr="図形 が含まれている画像&#10;&#10;自動的に生成された説明">
            <a:extLst>
              <a:ext uri="{FF2B5EF4-FFF2-40B4-BE49-F238E27FC236}">
                <a16:creationId xmlns:a16="http://schemas.microsoft.com/office/drawing/2014/main" id="{10528154-4E69-4AC5-878D-5B7788D2D29F}"/>
              </a:ext>
            </a:extLst>
          </p:cNvPr>
          <p:cNvPicPr>
            <a:picLocks noChangeAspect="1"/>
          </p:cNvPicPr>
          <p:nvPr userDrawn="1"/>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461241" y="67743"/>
            <a:ext cx="2574860" cy="525331"/>
          </a:xfrm>
          <a:prstGeom prst="rect">
            <a:avLst/>
          </a:prstGeom>
        </p:spPr>
      </p:pic>
      <p:sp>
        <p:nvSpPr>
          <p:cNvPr id="9" name="Title 1">
            <a:extLst>
              <a:ext uri="{FF2B5EF4-FFF2-40B4-BE49-F238E27FC236}">
                <a16:creationId xmlns:a16="http://schemas.microsoft.com/office/drawing/2014/main" id="{06CCAFC0-DFF7-4280-8EBE-97EF26AEB611}"/>
              </a:ext>
            </a:extLst>
          </p:cNvPr>
          <p:cNvSpPr>
            <a:spLocks noGrp="1"/>
          </p:cNvSpPr>
          <p:nvPr>
            <p:ph type="title"/>
          </p:nvPr>
        </p:nvSpPr>
        <p:spPr>
          <a:xfrm>
            <a:off x="0" y="4505"/>
            <a:ext cx="9272187" cy="1017646"/>
          </a:xfrm>
        </p:spPr>
        <p:txBody>
          <a:bodyPr>
            <a:normAutofit/>
          </a:bodyPr>
          <a:lstStyle>
            <a:lvl1pPr>
              <a:defRPr sz="4000"/>
            </a:lvl1pPr>
          </a:lstStyle>
          <a:p>
            <a:r>
              <a:rPr lang="ja-JP" altLang="en-US" dirty="0"/>
              <a:t>マスター タイトルの書式設定</a:t>
            </a:r>
            <a:endParaRPr lang="en-US" dirty="0"/>
          </a:p>
        </p:txBody>
      </p:sp>
    </p:spTree>
    <p:extLst>
      <p:ext uri="{BB962C8B-B14F-4D97-AF65-F5344CB8AC3E}">
        <p14:creationId xmlns:p14="http://schemas.microsoft.com/office/powerpoint/2010/main" val="244988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81D3C54-CAD6-46E8-A6CA-A5773042E8B1}" type="slidenum">
              <a:rPr kumimoji="1" lang="ja-JP" altLang="en-US" smtClean="0"/>
              <a:t>‹#›</a:t>
            </a:fld>
            <a:endParaRPr kumimoji="1" lang="ja-JP" altLang="en-US"/>
          </a:p>
        </p:txBody>
      </p:sp>
      <p:pic>
        <p:nvPicPr>
          <p:cNvPr id="5" name="図 4" descr="図形 が含まれている画像&#10;&#10;自動的に生成された説明">
            <a:extLst>
              <a:ext uri="{FF2B5EF4-FFF2-40B4-BE49-F238E27FC236}">
                <a16:creationId xmlns:a16="http://schemas.microsoft.com/office/drawing/2014/main" id="{307A8576-2EFD-4FF0-A608-AF4B78F5785C}"/>
              </a:ext>
            </a:extLst>
          </p:cNvPr>
          <p:cNvPicPr>
            <a:picLocks noChangeAspect="1"/>
          </p:cNvPicPr>
          <p:nvPr userDrawn="1"/>
        </p:nvPicPr>
        <p:blipFill>
          <a:blip r:embed="rId2">
            <a:duotone>
              <a:schemeClr val="accent3">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461241" y="67743"/>
            <a:ext cx="2574860" cy="525331"/>
          </a:xfrm>
          <a:prstGeom prst="rect">
            <a:avLst/>
          </a:prstGeom>
        </p:spPr>
      </p:pic>
    </p:spTree>
    <p:extLst>
      <p:ext uri="{BB962C8B-B14F-4D97-AF65-F5344CB8AC3E}">
        <p14:creationId xmlns:p14="http://schemas.microsoft.com/office/powerpoint/2010/main" val="1818446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30945705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39F684-51B3-42D3-8552-69633298C335}"/>
              </a:ext>
            </a:extLst>
          </p:cNvPr>
          <p:cNvSpPr>
            <a:spLocks noGrp="1"/>
          </p:cNvSpPr>
          <p:nvPr>
            <p:ph type="title"/>
          </p:nvPr>
        </p:nvSpPr>
        <p:spPr/>
        <p:txBody>
          <a:bodyPr/>
          <a:lstStyle/>
          <a:p>
            <a:r>
              <a:rPr lang="en-US" altLang="ja-JP" dirty="0"/>
              <a:t>1.</a:t>
            </a:r>
            <a:r>
              <a:rPr lang="ja-JP" altLang="en-US" dirty="0"/>
              <a:t> 基本的な書式　（スライド見出し：</a:t>
            </a:r>
            <a:r>
              <a:rPr lang="en-US" altLang="ja-JP" dirty="0"/>
              <a:t>40 </a:t>
            </a:r>
            <a:r>
              <a:rPr lang="en-US" altLang="ja-JP" dirty="0" err="1"/>
              <a:t>pt</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550F7DFE-76F4-4027-AB1D-B2F732360290}"/>
              </a:ext>
            </a:extLst>
          </p:cNvPr>
          <p:cNvSpPr>
            <a:spLocks noGrp="1"/>
          </p:cNvSpPr>
          <p:nvPr>
            <p:ph idx="1"/>
          </p:nvPr>
        </p:nvSpPr>
        <p:spPr>
          <a:xfrm>
            <a:off x="427383" y="1487227"/>
            <a:ext cx="10515600" cy="5232549"/>
          </a:xfrm>
        </p:spPr>
        <p:txBody>
          <a:bodyPr>
            <a:normAutofit lnSpcReduction="10000"/>
          </a:bodyPr>
          <a:lstStyle/>
          <a:p>
            <a:pPr marL="0" indent="0">
              <a:buNone/>
            </a:pPr>
            <a:r>
              <a:rPr kumimoji="1" lang="ja-JP" altLang="en-US" sz="2400" dirty="0"/>
              <a:t>平文は</a:t>
            </a:r>
            <a:r>
              <a:rPr kumimoji="1" lang="en-US" altLang="ja-JP" sz="2400" dirty="0"/>
              <a:t>24 </a:t>
            </a:r>
            <a:r>
              <a:rPr kumimoji="1" lang="en-US" altLang="ja-JP" sz="2400" dirty="0" err="1"/>
              <a:t>pt</a:t>
            </a:r>
            <a:r>
              <a:rPr kumimoji="1" lang="ja-JP" altLang="en-US" sz="2400" dirty="0"/>
              <a:t>　前後を目安にする</a:t>
            </a:r>
            <a:endParaRPr kumimoji="1" lang="en-US" altLang="ja-JP" sz="2400" dirty="0"/>
          </a:p>
          <a:p>
            <a:pPr marL="0" indent="0">
              <a:buNone/>
            </a:pPr>
            <a:endParaRPr kumimoji="1" lang="en-US" altLang="ja-JP" sz="2400" dirty="0"/>
          </a:p>
          <a:p>
            <a:pPr marL="0" indent="0">
              <a:buNone/>
            </a:pPr>
            <a:r>
              <a:rPr lang="ja-JP" altLang="en-US" sz="2400" dirty="0"/>
              <a:t>アニメーションはフェード程度にとどめる</a:t>
            </a:r>
            <a:endParaRPr lang="en-US" altLang="ja-JP" sz="2400" dirty="0"/>
          </a:p>
          <a:p>
            <a:pPr marL="0" indent="0">
              <a:buNone/>
            </a:pPr>
            <a:r>
              <a:rPr kumimoji="1" lang="ja-JP" altLang="en-US" sz="2400" dirty="0"/>
              <a:t>（必要があれば他にも使って</a:t>
            </a:r>
            <a:r>
              <a:rPr kumimoji="1" lang="en-US" altLang="ja-JP" sz="2400" dirty="0"/>
              <a:t>OK</a:t>
            </a:r>
            <a:r>
              <a:rPr kumimoji="1" lang="ja-JP" altLang="en-US" sz="2400" dirty="0"/>
              <a:t>）</a:t>
            </a:r>
            <a:endParaRPr kumimoji="1" lang="en-US" altLang="ja-JP" sz="2400" dirty="0"/>
          </a:p>
          <a:p>
            <a:pPr marL="0" indent="0">
              <a:buNone/>
            </a:pPr>
            <a:endParaRPr lang="en-US" altLang="ja-JP" sz="2400" dirty="0"/>
          </a:p>
          <a:p>
            <a:pPr marL="0" indent="0">
              <a:buNone/>
            </a:pPr>
            <a:r>
              <a:rPr lang="ja-JP" altLang="en-US" sz="2400" b="1" u="sng" dirty="0"/>
              <a:t>強調</a:t>
            </a:r>
            <a:r>
              <a:rPr lang="ja-JP" altLang="en-US" sz="2400" dirty="0"/>
              <a:t>は多用しすぎない（色使っても</a:t>
            </a:r>
            <a:r>
              <a:rPr lang="en-US" altLang="ja-JP" sz="2400" dirty="0"/>
              <a:t>OK</a:t>
            </a:r>
            <a:r>
              <a:rPr lang="ja-JP" altLang="en-US" sz="2400" dirty="0"/>
              <a:t>）</a:t>
            </a:r>
            <a:endParaRPr lang="en-US" altLang="ja-JP" sz="2400" dirty="0"/>
          </a:p>
          <a:p>
            <a:pPr marL="0" indent="0">
              <a:buNone/>
            </a:pPr>
            <a:endParaRPr kumimoji="1" lang="en-US" altLang="ja-JP" sz="2400" dirty="0"/>
          </a:p>
          <a:p>
            <a:pPr marL="0" indent="0">
              <a:buNone/>
            </a:pPr>
            <a:r>
              <a:rPr lang="ja-JP" altLang="en-US" sz="2400" dirty="0"/>
              <a:t>部内のみでの使用を前提に引用等は厳格にしなくてよいものとする</a:t>
            </a:r>
            <a:endParaRPr lang="en-US" altLang="ja-JP" sz="2400" dirty="0"/>
          </a:p>
          <a:p>
            <a:pPr marL="0" indent="0">
              <a:buNone/>
            </a:pPr>
            <a:endParaRPr kumimoji="1" lang="en-US" altLang="ja-JP" sz="2400" dirty="0"/>
          </a:p>
          <a:p>
            <a:pPr marL="0" indent="0">
              <a:buNone/>
            </a:pPr>
            <a:r>
              <a:rPr lang="ja-JP" altLang="en-US" sz="2400" dirty="0"/>
              <a:t>画像を多く使い理解しやすいように</a:t>
            </a:r>
            <a:endParaRPr lang="en-US" altLang="ja-JP" sz="2400" dirty="0"/>
          </a:p>
          <a:p>
            <a:pPr marL="0" indent="0">
              <a:buNone/>
            </a:pPr>
            <a:endParaRPr kumimoji="1" lang="en-US" altLang="ja-JP" sz="2400" dirty="0"/>
          </a:p>
          <a:p>
            <a:pPr marL="0" indent="0">
              <a:buNone/>
            </a:pPr>
            <a:r>
              <a:rPr lang="ja-JP" altLang="en-US" sz="2400" dirty="0"/>
              <a:t>話す内容はノートにしっかり書く（話す人は代々変わっていくので）</a:t>
            </a:r>
            <a:endParaRPr kumimoji="1" lang="ja-JP" altLang="en-US" sz="2400" dirty="0"/>
          </a:p>
        </p:txBody>
      </p:sp>
    </p:spTree>
    <p:extLst>
      <p:ext uri="{BB962C8B-B14F-4D97-AF65-F5344CB8AC3E}">
        <p14:creationId xmlns:p14="http://schemas.microsoft.com/office/powerpoint/2010/main" val="2955511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99917-EBCE-8CF9-3635-B5ACEC701F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C51087-97FA-69E1-A9E2-0B6A4FC9FE75}"/>
              </a:ext>
            </a:extLst>
          </p:cNvPr>
          <p:cNvSpPr>
            <a:spLocks noGrp="1"/>
          </p:cNvSpPr>
          <p:nvPr>
            <p:ph type="title"/>
          </p:nvPr>
        </p:nvSpPr>
        <p:spPr/>
        <p:txBody>
          <a:bodyPr/>
          <a:lstStyle/>
          <a:p>
            <a:r>
              <a:rPr lang="ja-JP" altLang="en-US" dirty="0"/>
              <a:t>　　</a:t>
            </a:r>
            <a:r>
              <a:rPr lang="en-US" altLang="ja-JP" dirty="0"/>
              <a:t>L</a:t>
            </a:r>
            <a:r>
              <a:rPr lang="ja-JP" altLang="en-US" dirty="0"/>
              <a:t>チカをしてみよう</a:t>
            </a:r>
            <a:endParaRPr kumimoji="1" lang="ja-JP" altLang="en-US" dirty="0"/>
          </a:p>
        </p:txBody>
      </p:sp>
      <p:sp>
        <p:nvSpPr>
          <p:cNvPr id="3" name="コンテンツ プレースホルダー 2">
            <a:extLst>
              <a:ext uri="{FF2B5EF4-FFF2-40B4-BE49-F238E27FC236}">
                <a16:creationId xmlns:a16="http://schemas.microsoft.com/office/drawing/2014/main" id="{DF06C53F-0847-E371-1188-ED0B3AB48729}"/>
              </a:ext>
            </a:extLst>
          </p:cNvPr>
          <p:cNvSpPr>
            <a:spLocks noGrp="1"/>
          </p:cNvSpPr>
          <p:nvPr>
            <p:ph idx="1"/>
          </p:nvPr>
        </p:nvSpPr>
        <p:spPr>
          <a:xfrm>
            <a:off x="427383" y="1487227"/>
            <a:ext cx="10515600" cy="4459863"/>
          </a:xfrm>
        </p:spPr>
        <p:txBody>
          <a:bodyPr>
            <a:normAutofit/>
          </a:bodyPr>
          <a:lstStyle/>
          <a:p>
            <a:pPr marL="0" indent="0">
              <a:buNone/>
            </a:pPr>
            <a:r>
              <a:rPr kumimoji="1" lang="ja-JP" altLang="en-US" sz="2400" dirty="0"/>
              <a:t>・目標</a:t>
            </a:r>
            <a:endParaRPr kumimoji="1" lang="en-US" altLang="ja-JP" sz="2400" dirty="0"/>
          </a:p>
          <a:p>
            <a:pPr marL="0" indent="0">
              <a:buNone/>
            </a:pPr>
            <a:r>
              <a:rPr lang="ja-JP" altLang="en-US" sz="2400" dirty="0"/>
              <a:t>　１秒ごとに、</a:t>
            </a:r>
            <a:r>
              <a:rPr lang="en-US" altLang="ja-JP" sz="2400" dirty="0"/>
              <a:t>LED</a:t>
            </a:r>
            <a:r>
              <a:rPr lang="ja-JP" altLang="en-US" sz="2400" dirty="0"/>
              <a:t>の色が赤→緑→青→赤→</a:t>
            </a:r>
            <a:r>
              <a:rPr lang="en-US" altLang="ja-JP" sz="2400" dirty="0"/>
              <a:t>…</a:t>
            </a:r>
            <a:r>
              <a:rPr lang="ja-JP" altLang="en-US" sz="2400" dirty="0"/>
              <a:t>を切り替えてみよう</a:t>
            </a:r>
            <a:endParaRPr lang="en-US" altLang="ja-JP" sz="2400" dirty="0"/>
          </a:p>
          <a:p>
            <a:pPr marL="0" indent="0">
              <a:buNone/>
            </a:pPr>
            <a:endParaRPr kumimoji="1" lang="en-US" altLang="ja-JP" sz="2400" dirty="0"/>
          </a:p>
          <a:p>
            <a:pPr marL="0" indent="0">
              <a:buNone/>
            </a:pPr>
            <a:r>
              <a:rPr kumimoji="1" lang="ja-JP" altLang="en-US" sz="2400" dirty="0"/>
              <a:t>・手順</a:t>
            </a:r>
            <a:endParaRPr kumimoji="1" lang="en-US" altLang="ja-JP" sz="2400" dirty="0"/>
          </a:p>
          <a:p>
            <a:pPr marL="0" indent="0">
              <a:buNone/>
            </a:pPr>
            <a:r>
              <a:rPr lang="en-US" altLang="ja-JP" sz="2400" dirty="0"/>
              <a:t>1:VSCode</a:t>
            </a:r>
            <a:r>
              <a:rPr lang="ja-JP" altLang="en-US" sz="2400" dirty="0"/>
              <a:t>の左上、ファイルのフォルダを開くから、配布したフォルダの中の</a:t>
            </a:r>
            <a:r>
              <a:rPr lang="en-US" altLang="ja-JP" sz="2400" dirty="0"/>
              <a:t>Sample/LED</a:t>
            </a:r>
            <a:r>
              <a:rPr lang="ja-JP" altLang="en-US" sz="2400" dirty="0"/>
              <a:t>を開く</a:t>
            </a:r>
            <a:endParaRPr lang="en-US" altLang="ja-JP" sz="2400" dirty="0"/>
          </a:p>
          <a:p>
            <a:pPr marL="0" indent="0">
              <a:buNone/>
            </a:pPr>
            <a:endParaRPr kumimoji="1" lang="en-US" altLang="ja-JP" sz="2400" dirty="0"/>
          </a:p>
          <a:p>
            <a:pPr marL="0" indent="0">
              <a:buNone/>
            </a:pPr>
            <a:r>
              <a:rPr lang="en-US" altLang="ja-JP" sz="2400" dirty="0"/>
              <a:t>2:VSCode</a:t>
            </a:r>
            <a:r>
              <a:rPr lang="ja-JP" altLang="en-US" sz="2400" dirty="0"/>
              <a:t>の左のエクスプローラーから、</a:t>
            </a:r>
            <a:r>
              <a:rPr lang="en-US" altLang="ja-JP" sz="2400" dirty="0" err="1"/>
              <a:t>src</a:t>
            </a:r>
            <a:r>
              <a:rPr lang="en-US" altLang="ja-JP" sz="2400" dirty="0"/>
              <a:t>/main.cpp</a:t>
            </a:r>
            <a:r>
              <a:rPr lang="ja-JP" altLang="en-US" sz="2400" dirty="0"/>
              <a:t>をクリックして開く</a:t>
            </a:r>
            <a:endParaRPr lang="en-US" altLang="ja-JP" sz="2400" dirty="0"/>
          </a:p>
          <a:p>
            <a:pPr marL="0" indent="0">
              <a:buNone/>
            </a:pPr>
            <a:endParaRPr kumimoji="1" lang="en-US" altLang="ja-JP" sz="2400" dirty="0"/>
          </a:p>
          <a:p>
            <a:pPr marL="0" indent="0">
              <a:buNone/>
            </a:pPr>
            <a:r>
              <a:rPr lang="en-US" altLang="ja-JP" sz="2400" dirty="0"/>
              <a:t>3:main.cpp</a:t>
            </a:r>
            <a:r>
              <a:rPr lang="ja-JP" altLang="en-US" sz="2400" dirty="0"/>
              <a:t>にプログラムを書こう</a:t>
            </a:r>
            <a:endParaRPr kumimoji="1" lang="en-US" altLang="ja-JP" sz="2400" dirty="0"/>
          </a:p>
        </p:txBody>
      </p:sp>
    </p:spTree>
    <p:extLst>
      <p:ext uri="{BB962C8B-B14F-4D97-AF65-F5344CB8AC3E}">
        <p14:creationId xmlns:p14="http://schemas.microsoft.com/office/powerpoint/2010/main" val="4052510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E78648-FE21-7368-AF6E-F015972C5E4E}"/>
              </a:ext>
            </a:extLst>
          </p:cNvPr>
          <p:cNvSpPr>
            <a:spLocks noGrp="1"/>
          </p:cNvSpPr>
          <p:nvPr>
            <p:ph type="title"/>
          </p:nvPr>
        </p:nvSpPr>
        <p:spPr/>
        <p:txBody>
          <a:bodyPr/>
          <a:lstStyle/>
          <a:p>
            <a:r>
              <a:rPr lang="ja-JP" altLang="en-US" dirty="0"/>
              <a:t>　　</a:t>
            </a:r>
            <a:r>
              <a:rPr lang="en-US" altLang="ja-JP" dirty="0"/>
              <a:t>L</a:t>
            </a:r>
            <a:r>
              <a:rPr lang="ja-JP" altLang="en-US" dirty="0"/>
              <a:t>チカをしてみよう</a:t>
            </a:r>
            <a:endParaRPr kumimoji="1" lang="ja-JP" altLang="en-US" dirty="0"/>
          </a:p>
        </p:txBody>
      </p:sp>
      <p:sp>
        <p:nvSpPr>
          <p:cNvPr id="3" name="コンテンツ プレースホルダー 2">
            <a:extLst>
              <a:ext uri="{FF2B5EF4-FFF2-40B4-BE49-F238E27FC236}">
                <a16:creationId xmlns:a16="http://schemas.microsoft.com/office/drawing/2014/main" id="{74254223-E6FD-C4CB-9C19-F8B90F3B8B71}"/>
              </a:ext>
            </a:extLst>
          </p:cNvPr>
          <p:cNvSpPr>
            <a:spLocks noGrp="1"/>
          </p:cNvSpPr>
          <p:nvPr>
            <p:ph idx="1"/>
          </p:nvPr>
        </p:nvSpPr>
        <p:spPr>
          <a:xfrm>
            <a:off x="427383" y="1487228"/>
            <a:ext cx="10515600" cy="3817688"/>
          </a:xfrm>
        </p:spPr>
        <p:txBody>
          <a:bodyPr>
            <a:normAutofit/>
          </a:bodyPr>
          <a:lstStyle/>
          <a:p>
            <a:pPr marL="0" indent="0">
              <a:buNone/>
            </a:pPr>
            <a:r>
              <a:rPr lang="ja-JP" altLang="en-US" sz="2400" dirty="0"/>
              <a:t>プログラムを書く上でのヒント</a:t>
            </a:r>
            <a:endParaRPr lang="en-US" altLang="ja-JP" sz="2400" dirty="0"/>
          </a:p>
          <a:p>
            <a:pPr marL="0" indent="0">
              <a:buNone/>
            </a:pPr>
            <a:endParaRPr lang="en-US" altLang="ja-JP" sz="2400" dirty="0"/>
          </a:p>
          <a:p>
            <a:pPr marL="0" indent="0">
              <a:buNone/>
            </a:pPr>
            <a:r>
              <a:rPr kumimoji="1" lang="ja-JP" altLang="en-US" sz="2400" dirty="0"/>
              <a:t>・</a:t>
            </a:r>
            <a:r>
              <a:rPr kumimoji="1" lang="en-US" altLang="ja-JP" sz="2400" dirty="0"/>
              <a:t>LED</a:t>
            </a:r>
            <a:r>
              <a:rPr kumimoji="1" lang="ja-JP" altLang="en-US" sz="2400" dirty="0"/>
              <a:t>を光らせるには</a:t>
            </a:r>
            <a:r>
              <a:rPr kumimoji="1" lang="en-US" altLang="ja-JP" sz="2400" dirty="0"/>
              <a:t>…</a:t>
            </a:r>
            <a:r>
              <a:rPr kumimoji="1" lang="ja-JP" altLang="en-US" sz="2400" dirty="0"/>
              <a:t>繋がっているピンに電圧を掛けよう</a:t>
            </a:r>
            <a:endParaRPr kumimoji="1" lang="en-US" altLang="ja-JP" sz="2400" dirty="0"/>
          </a:p>
          <a:p>
            <a:pPr marL="0" indent="0">
              <a:buNone/>
            </a:pPr>
            <a:endParaRPr kumimoji="1" lang="en-US" altLang="ja-JP" sz="2400" dirty="0"/>
          </a:p>
          <a:p>
            <a:pPr marL="0" indent="0">
              <a:buNone/>
            </a:pPr>
            <a:r>
              <a:rPr kumimoji="1" lang="ja-JP" altLang="en-US" sz="2400" dirty="0"/>
              <a:t>・何を書けばいいか分からない</a:t>
            </a:r>
            <a:r>
              <a:rPr kumimoji="1" lang="en-US" altLang="ja-JP" sz="2400" dirty="0"/>
              <a:t>…</a:t>
            </a:r>
            <a:r>
              <a:rPr kumimoji="1" lang="ja-JP" altLang="en-US" sz="2400" dirty="0"/>
              <a:t>サンプルに既に書かれているものをコピペして使ってみよう</a:t>
            </a:r>
            <a:endParaRPr kumimoji="1" lang="en-US" altLang="ja-JP" sz="2400" dirty="0"/>
          </a:p>
          <a:p>
            <a:pPr marL="0" indent="0">
              <a:buNone/>
            </a:pPr>
            <a:endParaRPr lang="en-US" altLang="ja-JP" sz="2400" dirty="0"/>
          </a:p>
          <a:p>
            <a:pPr marL="0" indent="0">
              <a:buNone/>
            </a:pPr>
            <a:r>
              <a:rPr lang="ja-JP" altLang="en-US" sz="2400" dirty="0"/>
              <a:t>書き終わったら、パソコンと繋いで</a:t>
            </a:r>
            <a:r>
              <a:rPr lang="en-US" altLang="ja-JP" sz="2400" dirty="0" err="1"/>
              <a:t>VSCode</a:t>
            </a:r>
            <a:r>
              <a:rPr lang="ja-JP" altLang="en-US" sz="2400" dirty="0"/>
              <a:t>の下の「→」マークのアップロードを押して、マイコンにプログラムを書き込もう</a:t>
            </a:r>
            <a:endParaRPr lang="en-US" altLang="ja-JP" sz="2400" dirty="0"/>
          </a:p>
        </p:txBody>
      </p:sp>
    </p:spTree>
    <p:extLst>
      <p:ext uri="{BB962C8B-B14F-4D97-AF65-F5344CB8AC3E}">
        <p14:creationId xmlns:p14="http://schemas.microsoft.com/office/powerpoint/2010/main" val="927764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B33F3E-5B6E-D6EF-3190-A1DD6720FCD0}"/>
              </a:ext>
            </a:extLst>
          </p:cNvPr>
          <p:cNvSpPr>
            <a:spLocks noGrp="1"/>
          </p:cNvSpPr>
          <p:nvPr>
            <p:ph type="title"/>
          </p:nvPr>
        </p:nvSpPr>
        <p:spPr>
          <a:xfrm>
            <a:off x="0" y="-2475"/>
            <a:ext cx="9272187" cy="1017646"/>
          </a:xfrm>
        </p:spPr>
        <p:txBody>
          <a:bodyPr/>
          <a:lstStyle/>
          <a:p>
            <a:r>
              <a:rPr kumimoji="1" lang="ja-JP" altLang="en-US" dirty="0"/>
              <a:t>　　次にやるものを選ぼう</a:t>
            </a:r>
          </a:p>
        </p:txBody>
      </p:sp>
      <p:sp>
        <p:nvSpPr>
          <p:cNvPr id="3" name="コンテンツ プレースホルダー 2">
            <a:extLst>
              <a:ext uri="{FF2B5EF4-FFF2-40B4-BE49-F238E27FC236}">
                <a16:creationId xmlns:a16="http://schemas.microsoft.com/office/drawing/2014/main" id="{BEF050FA-F48E-E339-56E1-D791F9CB5077}"/>
              </a:ext>
            </a:extLst>
          </p:cNvPr>
          <p:cNvSpPr>
            <a:spLocks noGrp="1"/>
          </p:cNvSpPr>
          <p:nvPr>
            <p:ph idx="1"/>
          </p:nvPr>
        </p:nvSpPr>
        <p:spPr>
          <a:xfrm>
            <a:off x="427383" y="1487229"/>
            <a:ext cx="10515600" cy="3468679"/>
          </a:xfrm>
        </p:spPr>
        <p:txBody>
          <a:bodyPr>
            <a:normAutofit/>
          </a:bodyPr>
          <a:lstStyle/>
          <a:p>
            <a:pPr marL="0" indent="0">
              <a:buNone/>
            </a:pPr>
            <a:r>
              <a:rPr kumimoji="1" lang="ja-JP" altLang="en-US" sz="2400" dirty="0"/>
              <a:t>このボードにはボタンや光センサーも乗っている。またこのマイコンとパソコンの間ではシリアル通信というものを用いて、相互にデータを送り動作させることができる。</a:t>
            </a:r>
            <a:endParaRPr kumimoji="1" lang="en-US" altLang="ja-JP" sz="2400" dirty="0"/>
          </a:p>
          <a:p>
            <a:pPr marL="0" indent="0">
              <a:buNone/>
            </a:pPr>
            <a:r>
              <a:rPr kumimoji="1" lang="ja-JP" altLang="en-US" sz="2400" dirty="0"/>
              <a:t>これを活かして何をしたいか選んでみよう</a:t>
            </a:r>
            <a:endParaRPr kumimoji="1" lang="en-US" altLang="ja-JP" sz="2400" dirty="0"/>
          </a:p>
          <a:p>
            <a:pPr marL="0" indent="0">
              <a:buNone/>
            </a:pPr>
            <a:endParaRPr lang="en-US" altLang="ja-JP" sz="2400" dirty="0"/>
          </a:p>
          <a:p>
            <a:pPr marL="0" indent="0">
              <a:buNone/>
            </a:pPr>
            <a:r>
              <a:rPr kumimoji="1" lang="en-US" altLang="ja-JP" sz="2400" dirty="0"/>
              <a:t>1:</a:t>
            </a:r>
            <a:r>
              <a:rPr kumimoji="1" lang="ja-JP" altLang="en-US" sz="2400" dirty="0"/>
              <a:t>ボタンで</a:t>
            </a:r>
            <a:r>
              <a:rPr kumimoji="1" lang="en-US" altLang="ja-JP" sz="2400" dirty="0"/>
              <a:t>LED</a:t>
            </a:r>
            <a:r>
              <a:rPr kumimoji="1" lang="ja-JP" altLang="en-US" sz="2400" dirty="0"/>
              <a:t>を制御する</a:t>
            </a:r>
            <a:endParaRPr kumimoji="1" lang="en-US" altLang="ja-JP" sz="2400" dirty="0"/>
          </a:p>
          <a:p>
            <a:pPr marL="0" indent="0">
              <a:buNone/>
            </a:pPr>
            <a:r>
              <a:rPr lang="en-US" altLang="ja-JP" sz="2400" dirty="0"/>
              <a:t>2:</a:t>
            </a:r>
            <a:r>
              <a:rPr lang="ja-JP" altLang="en-US" sz="2400" dirty="0"/>
              <a:t>光センサーで</a:t>
            </a:r>
            <a:r>
              <a:rPr lang="en-US" altLang="ja-JP" sz="2400" dirty="0"/>
              <a:t>LED</a:t>
            </a:r>
            <a:r>
              <a:rPr lang="ja-JP" altLang="en-US" sz="2400" dirty="0"/>
              <a:t>を制御する</a:t>
            </a:r>
            <a:endParaRPr lang="en-US" altLang="ja-JP" sz="2400" dirty="0"/>
          </a:p>
          <a:p>
            <a:pPr marL="0" indent="0">
              <a:buNone/>
            </a:pPr>
            <a:r>
              <a:rPr lang="en-US" altLang="ja-JP" sz="2400" dirty="0"/>
              <a:t>3:</a:t>
            </a:r>
            <a:r>
              <a:rPr lang="ja-JP" altLang="en-US" sz="2400" dirty="0"/>
              <a:t>シリアル通信で</a:t>
            </a:r>
            <a:r>
              <a:rPr lang="en-US" altLang="ja-JP" sz="2400" dirty="0"/>
              <a:t>LED</a:t>
            </a:r>
            <a:r>
              <a:rPr lang="ja-JP" altLang="en-US" sz="2400" dirty="0"/>
              <a:t>を制御したり、光センサーの値を読み取る</a:t>
            </a:r>
            <a:endParaRPr lang="en-US" altLang="ja-JP" sz="2400" dirty="0"/>
          </a:p>
        </p:txBody>
      </p:sp>
    </p:spTree>
    <p:extLst>
      <p:ext uri="{BB962C8B-B14F-4D97-AF65-F5344CB8AC3E}">
        <p14:creationId xmlns:p14="http://schemas.microsoft.com/office/powerpoint/2010/main" val="2903585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93C957-D044-3E6C-10A9-EB53BBB6F01F}"/>
              </a:ext>
            </a:extLst>
          </p:cNvPr>
          <p:cNvSpPr>
            <a:spLocks noGrp="1"/>
          </p:cNvSpPr>
          <p:nvPr>
            <p:ph type="title"/>
          </p:nvPr>
        </p:nvSpPr>
        <p:spPr/>
        <p:txBody>
          <a:bodyPr/>
          <a:lstStyle/>
          <a:p>
            <a:r>
              <a:rPr kumimoji="1" lang="ja-JP" altLang="en-US" dirty="0"/>
              <a:t>　　ボタンを使ってみよう</a:t>
            </a:r>
          </a:p>
        </p:txBody>
      </p:sp>
      <p:sp>
        <p:nvSpPr>
          <p:cNvPr id="3" name="コンテンツ プレースホルダー 2">
            <a:extLst>
              <a:ext uri="{FF2B5EF4-FFF2-40B4-BE49-F238E27FC236}">
                <a16:creationId xmlns:a16="http://schemas.microsoft.com/office/drawing/2014/main" id="{98441A51-179F-5B83-65E3-EA4FFD6F5CFD}"/>
              </a:ext>
            </a:extLst>
          </p:cNvPr>
          <p:cNvSpPr>
            <a:spLocks noGrp="1"/>
          </p:cNvSpPr>
          <p:nvPr>
            <p:ph idx="1"/>
          </p:nvPr>
        </p:nvSpPr>
        <p:spPr>
          <a:xfrm>
            <a:off x="427383" y="1487228"/>
            <a:ext cx="10515600" cy="4941493"/>
          </a:xfrm>
        </p:spPr>
        <p:txBody>
          <a:bodyPr>
            <a:normAutofit/>
          </a:bodyPr>
          <a:lstStyle/>
          <a:p>
            <a:pPr marL="0" indent="0">
              <a:buNone/>
            </a:pPr>
            <a:r>
              <a:rPr kumimoji="1" lang="ja-JP" altLang="en-US" sz="2400" dirty="0"/>
              <a:t>・目標</a:t>
            </a:r>
            <a:r>
              <a:rPr kumimoji="1" lang="en-US" altLang="ja-JP" sz="2400" dirty="0"/>
              <a:t>1</a:t>
            </a:r>
          </a:p>
          <a:p>
            <a:pPr marL="0" indent="0">
              <a:buNone/>
            </a:pPr>
            <a:r>
              <a:rPr kumimoji="1" lang="ja-JP" altLang="en-US" sz="2400" dirty="0"/>
              <a:t>　ボタンを押すと</a:t>
            </a:r>
            <a:r>
              <a:rPr kumimoji="1" lang="en-US" altLang="ja-JP" sz="2400" dirty="0"/>
              <a:t>LED</a:t>
            </a:r>
            <a:r>
              <a:rPr kumimoji="1" lang="ja-JP" altLang="en-US" sz="2400" dirty="0"/>
              <a:t>が消え、離すと光るようにしてみよう</a:t>
            </a:r>
            <a:endParaRPr lang="en-US" altLang="ja-JP" sz="2400" dirty="0"/>
          </a:p>
          <a:p>
            <a:pPr marL="0" indent="0">
              <a:buNone/>
            </a:pPr>
            <a:r>
              <a:rPr kumimoji="1" lang="ja-JP" altLang="en-US" sz="2400" dirty="0"/>
              <a:t>　サンプル</a:t>
            </a:r>
            <a:r>
              <a:rPr lang="en-US" altLang="ja-JP" sz="2400" dirty="0"/>
              <a:t>:Button LED Simple</a:t>
            </a:r>
          </a:p>
          <a:p>
            <a:pPr marL="0" indent="0">
              <a:buNone/>
            </a:pPr>
            <a:endParaRPr lang="en-US" altLang="ja-JP" sz="2400" dirty="0"/>
          </a:p>
          <a:p>
            <a:pPr marL="0" indent="0">
              <a:buNone/>
            </a:pPr>
            <a:r>
              <a:rPr lang="ja-JP" altLang="en-US" sz="2400" dirty="0"/>
              <a:t>・目標</a:t>
            </a:r>
            <a:r>
              <a:rPr lang="en-US" altLang="ja-JP" sz="2400" dirty="0"/>
              <a:t>2(</a:t>
            </a:r>
            <a:r>
              <a:rPr lang="ja-JP" altLang="en-US" sz="2400" dirty="0"/>
              <a:t>難しい</a:t>
            </a:r>
            <a:r>
              <a:rPr lang="en-US" altLang="ja-JP" sz="2400" dirty="0"/>
              <a:t>)</a:t>
            </a:r>
          </a:p>
          <a:p>
            <a:pPr marL="0" indent="0">
              <a:buNone/>
            </a:pPr>
            <a:r>
              <a:rPr lang="ja-JP" altLang="en-US" sz="2400" dirty="0"/>
              <a:t>　ボタンを押すと、消灯→赤→緑→青→消灯</a:t>
            </a:r>
            <a:r>
              <a:rPr lang="en-US" altLang="ja-JP" sz="2400" dirty="0"/>
              <a:t>…</a:t>
            </a:r>
            <a:r>
              <a:rPr lang="ja-JP" altLang="en-US" sz="2400" dirty="0"/>
              <a:t>という風に切り替えよう</a:t>
            </a:r>
            <a:endParaRPr lang="en-US" altLang="ja-JP" sz="2400" dirty="0"/>
          </a:p>
          <a:p>
            <a:pPr marL="0" indent="0">
              <a:buNone/>
            </a:pPr>
            <a:r>
              <a:rPr lang="ja-JP" altLang="en-US" sz="2400" dirty="0"/>
              <a:t>　サンプル</a:t>
            </a:r>
            <a:r>
              <a:rPr lang="en-US" altLang="ja-JP" sz="2400" dirty="0"/>
              <a:t>:Button LED</a:t>
            </a:r>
          </a:p>
          <a:p>
            <a:pPr marL="0" indent="0">
              <a:buNone/>
            </a:pPr>
            <a:endParaRPr lang="en-US" altLang="ja-JP" sz="2400" dirty="0"/>
          </a:p>
          <a:p>
            <a:pPr marL="0" indent="0">
              <a:buNone/>
            </a:pPr>
            <a:r>
              <a:rPr lang="ja-JP" altLang="en-US" sz="2400" dirty="0"/>
              <a:t>・ヒント</a:t>
            </a:r>
            <a:endParaRPr lang="en-US" altLang="ja-JP" sz="2400" dirty="0"/>
          </a:p>
          <a:p>
            <a:pPr marL="0" indent="0">
              <a:buNone/>
            </a:pPr>
            <a:r>
              <a:rPr lang="ja-JP" altLang="en-US" sz="2400" dirty="0"/>
              <a:t>　</a:t>
            </a:r>
            <a:r>
              <a:rPr lang="en-US" altLang="ja-JP" sz="2400" dirty="0" err="1"/>
              <a:t>digitalRead</a:t>
            </a:r>
            <a:r>
              <a:rPr lang="en-US" altLang="ja-JP" sz="2400" dirty="0"/>
              <a:t>(Button)</a:t>
            </a:r>
            <a:r>
              <a:rPr lang="ja-JP" altLang="en-US" sz="2400" dirty="0"/>
              <a:t>でボタンに繋がるピンの電圧が</a:t>
            </a:r>
            <a:r>
              <a:rPr lang="en-US" altLang="ja-JP" sz="2400" dirty="0"/>
              <a:t>HIGH(3.3V)</a:t>
            </a:r>
            <a:r>
              <a:rPr lang="ja-JP" altLang="en-US" sz="2400" dirty="0"/>
              <a:t>か</a:t>
            </a:r>
            <a:r>
              <a:rPr lang="en-US" altLang="ja-JP" sz="2400" dirty="0"/>
              <a:t>LOW(0V)</a:t>
            </a:r>
            <a:r>
              <a:rPr lang="ja-JP" altLang="en-US" sz="2400" dirty="0"/>
              <a:t>か読める。あとは</a:t>
            </a:r>
            <a:r>
              <a:rPr lang="en-US" altLang="ja-JP" sz="2400" dirty="0"/>
              <a:t>if</a:t>
            </a:r>
            <a:r>
              <a:rPr lang="ja-JP" altLang="en-US" sz="2400" dirty="0"/>
              <a:t>文を使って分岐させてみよう</a:t>
            </a:r>
            <a:endParaRPr lang="en-US" altLang="ja-JP" sz="2400" dirty="0"/>
          </a:p>
        </p:txBody>
      </p:sp>
    </p:spTree>
    <p:extLst>
      <p:ext uri="{BB962C8B-B14F-4D97-AF65-F5344CB8AC3E}">
        <p14:creationId xmlns:p14="http://schemas.microsoft.com/office/powerpoint/2010/main" val="696695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807C65-0A8B-106A-2B70-3DB6438F1929}"/>
              </a:ext>
            </a:extLst>
          </p:cNvPr>
          <p:cNvSpPr>
            <a:spLocks noGrp="1"/>
          </p:cNvSpPr>
          <p:nvPr>
            <p:ph type="title"/>
          </p:nvPr>
        </p:nvSpPr>
        <p:spPr/>
        <p:txBody>
          <a:bodyPr/>
          <a:lstStyle/>
          <a:p>
            <a:r>
              <a:rPr kumimoji="1" lang="ja-JP" altLang="en-US" dirty="0"/>
              <a:t>　　光センサーを使ってみよう</a:t>
            </a:r>
          </a:p>
        </p:txBody>
      </p:sp>
      <p:sp>
        <p:nvSpPr>
          <p:cNvPr id="3" name="コンテンツ プレースホルダー 2">
            <a:extLst>
              <a:ext uri="{FF2B5EF4-FFF2-40B4-BE49-F238E27FC236}">
                <a16:creationId xmlns:a16="http://schemas.microsoft.com/office/drawing/2014/main" id="{BF313F3F-83C2-5C6B-AE27-96A9E0D03CC3}"/>
              </a:ext>
            </a:extLst>
          </p:cNvPr>
          <p:cNvSpPr>
            <a:spLocks noGrp="1"/>
          </p:cNvSpPr>
          <p:nvPr>
            <p:ph idx="1"/>
          </p:nvPr>
        </p:nvSpPr>
        <p:spPr>
          <a:xfrm>
            <a:off x="427383" y="1487228"/>
            <a:ext cx="10515600" cy="3426799"/>
          </a:xfrm>
        </p:spPr>
        <p:txBody>
          <a:bodyPr>
            <a:normAutofit/>
          </a:bodyPr>
          <a:lstStyle/>
          <a:p>
            <a:pPr marL="0" indent="0">
              <a:buNone/>
            </a:pPr>
            <a:r>
              <a:rPr kumimoji="1" lang="ja-JP" altLang="en-US" sz="2400" dirty="0"/>
              <a:t>・目標</a:t>
            </a:r>
            <a:endParaRPr kumimoji="1" lang="en-US" altLang="ja-JP" sz="2400" dirty="0"/>
          </a:p>
          <a:p>
            <a:pPr marL="0" indent="0">
              <a:buNone/>
            </a:pPr>
            <a:r>
              <a:rPr lang="ja-JP" altLang="en-US" sz="2400" dirty="0"/>
              <a:t>　光センサーの値が</a:t>
            </a:r>
            <a:r>
              <a:rPr lang="en-US" altLang="ja-JP" sz="2400" dirty="0"/>
              <a:t>4000</a:t>
            </a:r>
            <a:r>
              <a:rPr lang="ja-JP" altLang="en-US" sz="2400" dirty="0"/>
              <a:t>以上の時に</a:t>
            </a:r>
            <a:r>
              <a:rPr lang="en-US" altLang="ja-JP" sz="2400" dirty="0"/>
              <a:t>LED</a:t>
            </a:r>
            <a:r>
              <a:rPr lang="ja-JP" altLang="en-US" sz="2400" dirty="0"/>
              <a:t>を青、</a:t>
            </a:r>
            <a:r>
              <a:rPr lang="en-US" altLang="ja-JP" sz="2400" dirty="0"/>
              <a:t>4000</a:t>
            </a:r>
            <a:r>
              <a:rPr lang="ja-JP" altLang="en-US" sz="2400" dirty="0"/>
              <a:t>未満</a:t>
            </a:r>
            <a:r>
              <a:rPr lang="en-US" altLang="ja-JP" sz="2400" dirty="0"/>
              <a:t>3000</a:t>
            </a:r>
            <a:r>
              <a:rPr lang="ja-JP" altLang="en-US" sz="2400" dirty="0"/>
              <a:t>以上の時に緑、</a:t>
            </a:r>
            <a:r>
              <a:rPr lang="en-US" altLang="ja-JP" sz="2400" dirty="0"/>
              <a:t>3000</a:t>
            </a:r>
            <a:r>
              <a:rPr lang="ja-JP" altLang="en-US" sz="2400" dirty="0"/>
              <a:t>未満</a:t>
            </a:r>
            <a:r>
              <a:rPr lang="en-US" altLang="ja-JP" sz="2400" dirty="0"/>
              <a:t>2000</a:t>
            </a:r>
            <a:r>
              <a:rPr lang="ja-JP" altLang="en-US" sz="2400" dirty="0"/>
              <a:t>以上の時に赤、</a:t>
            </a:r>
            <a:r>
              <a:rPr lang="en-US" altLang="ja-JP" sz="2400" dirty="0"/>
              <a:t>2000</a:t>
            </a:r>
            <a:r>
              <a:rPr lang="ja-JP" altLang="en-US" sz="2400" dirty="0"/>
              <a:t>未満の時は消灯するようにしてみよう。</a:t>
            </a:r>
            <a:endParaRPr lang="en-US" altLang="ja-JP" sz="2400" dirty="0"/>
          </a:p>
          <a:p>
            <a:pPr marL="0" indent="0">
              <a:buNone/>
            </a:pPr>
            <a:r>
              <a:rPr kumimoji="1" lang="ja-JP" altLang="en-US" sz="2400" dirty="0"/>
              <a:t>　サンプル</a:t>
            </a:r>
            <a:r>
              <a:rPr lang="en-US" altLang="ja-JP" sz="2400" dirty="0"/>
              <a:t>:Sensor LED</a:t>
            </a:r>
          </a:p>
          <a:p>
            <a:pPr marL="0" indent="0">
              <a:buNone/>
            </a:pPr>
            <a:endParaRPr lang="en-US" altLang="ja-JP" sz="2400" dirty="0"/>
          </a:p>
          <a:p>
            <a:pPr marL="0" indent="0">
              <a:buNone/>
            </a:pPr>
            <a:r>
              <a:rPr lang="ja-JP" altLang="en-US" sz="2400" dirty="0"/>
              <a:t>・ヒント</a:t>
            </a:r>
            <a:endParaRPr lang="en-US" altLang="ja-JP" sz="2400" dirty="0"/>
          </a:p>
          <a:p>
            <a:pPr marL="0" indent="0">
              <a:buNone/>
            </a:pPr>
            <a:r>
              <a:rPr lang="ja-JP" altLang="en-US" sz="2400" dirty="0"/>
              <a:t>　光センサーの値は真っ暗のときに</a:t>
            </a:r>
            <a:r>
              <a:rPr lang="en-US" altLang="ja-JP" sz="2400" dirty="0"/>
              <a:t>1300</a:t>
            </a:r>
            <a:r>
              <a:rPr lang="ja-JP" altLang="en-US" sz="2400" dirty="0"/>
              <a:t>、スマホのライトを直接当てた時に</a:t>
            </a:r>
            <a:r>
              <a:rPr lang="en-US" altLang="ja-JP" sz="2400" dirty="0"/>
              <a:t>4100</a:t>
            </a:r>
            <a:r>
              <a:rPr lang="ja-JP" altLang="en-US" sz="2400" dirty="0"/>
              <a:t>ぐらいになる。光センサーの値は</a:t>
            </a:r>
            <a:r>
              <a:rPr lang="en-US" altLang="ja-JP" sz="2400" dirty="0" err="1"/>
              <a:t>analogRead</a:t>
            </a:r>
            <a:r>
              <a:rPr lang="en-US" altLang="ja-JP" sz="2400" dirty="0"/>
              <a:t>(Sensor)</a:t>
            </a:r>
            <a:r>
              <a:rPr lang="ja-JP" altLang="en-US" sz="2400" dirty="0"/>
              <a:t>で読み取れる</a:t>
            </a:r>
            <a:endParaRPr lang="en-US" altLang="ja-JP" sz="2400" dirty="0"/>
          </a:p>
        </p:txBody>
      </p:sp>
    </p:spTree>
    <p:extLst>
      <p:ext uri="{BB962C8B-B14F-4D97-AF65-F5344CB8AC3E}">
        <p14:creationId xmlns:p14="http://schemas.microsoft.com/office/powerpoint/2010/main" val="3686994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7D9969-B167-1497-E181-C3DB893CEC2C}"/>
              </a:ext>
            </a:extLst>
          </p:cNvPr>
          <p:cNvSpPr>
            <a:spLocks noGrp="1"/>
          </p:cNvSpPr>
          <p:nvPr>
            <p:ph type="title"/>
          </p:nvPr>
        </p:nvSpPr>
        <p:spPr/>
        <p:txBody>
          <a:bodyPr/>
          <a:lstStyle/>
          <a:p>
            <a:r>
              <a:rPr kumimoji="1" lang="ja-JP" altLang="en-US" dirty="0"/>
              <a:t>　　シリアル通信をしてみよう</a:t>
            </a:r>
          </a:p>
        </p:txBody>
      </p:sp>
      <p:sp>
        <p:nvSpPr>
          <p:cNvPr id="3" name="コンテンツ プレースホルダー 2">
            <a:extLst>
              <a:ext uri="{FF2B5EF4-FFF2-40B4-BE49-F238E27FC236}">
                <a16:creationId xmlns:a16="http://schemas.microsoft.com/office/drawing/2014/main" id="{3894A3CA-03F8-D723-A293-4F56E3BA1357}"/>
              </a:ext>
            </a:extLst>
          </p:cNvPr>
          <p:cNvSpPr>
            <a:spLocks noGrp="1"/>
          </p:cNvSpPr>
          <p:nvPr>
            <p:ph idx="1"/>
          </p:nvPr>
        </p:nvSpPr>
        <p:spPr>
          <a:xfrm>
            <a:off x="427383" y="1487227"/>
            <a:ext cx="10515600" cy="4983375"/>
          </a:xfrm>
        </p:spPr>
        <p:txBody>
          <a:bodyPr>
            <a:normAutofit/>
          </a:bodyPr>
          <a:lstStyle/>
          <a:p>
            <a:pPr marL="0" indent="0">
              <a:buNone/>
            </a:pPr>
            <a:r>
              <a:rPr kumimoji="1" lang="ja-JP" altLang="en-US" sz="2400" dirty="0"/>
              <a:t>・目標</a:t>
            </a:r>
            <a:r>
              <a:rPr kumimoji="1" lang="en-US" altLang="ja-JP" sz="2400" dirty="0"/>
              <a:t>1</a:t>
            </a:r>
          </a:p>
          <a:p>
            <a:pPr marL="0" indent="0">
              <a:buNone/>
            </a:pPr>
            <a:r>
              <a:rPr kumimoji="1" lang="ja-JP" altLang="en-US" sz="2400" dirty="0"/>
              <a:t>　ボタンの電圧をパソコンで見てみよう</a:t>
            </a:r>
            <a:endParaRPr kumimoji="1" lang="en-US" altLang="ja-JP" sz="2400" dirty="0"/>
          </a:p>
          <a:p>
            <a:pPr marL="0" indent="0">
              <a:buNone/>
            </a:pPr>
            <a:r>
              <a:rPr lang="ja-JP" altLang="en-US" sz="2400" dirty="0"/>
              <a:t>　サンプル</a:t>
            </a:r>
            <a:r>
              <a:rPr lang="en-US" altLang="ja-JP" sz="2400" dirty="0"/>
              <a:t>:Button Serial</a:t>
            </a:r>
          </a:p>
          <a:p>
            <a:pPr marL="0" indent="0">
              <a:buNone/>
            </a:pPr>
            <a:endParaRPr kumimoji="1" lang="en-US" altLang="ja-JP" sz="2400" dirty="0"/>
          </a:p>
          <a:p>
            <a:pPr marL="0" indent="0">
              <a:buNone/>
            </a:pPr>
            <a:r>
              <a:rPr kumimoji="1" lang="ja-JP" altLang="en-US" sz="2400" dirty="0"/>
              <a:t>・目標</a:t>
            </a:r>
            <a:r>
              <a:rPr kumimoji="1" lang="en-US" altLang="ja-JP" sz="2400" dirty="0"/>
              <a:t>2</a:t>
            </a:r>
          </a:p>
          <a:p>
            <a:pPr marL="0" indent="0">
              <a:buNone/>
            </a:pPr>
            <a:r>
              <a:rPr kumimoji="1" lang="ja-JP" altLang="en-US" sz="2400" dirty="0"/>
              <a:t>　光センサーの値をパソコンで見てみよう</a:t>
            </a:r>
            <a:endParaRPr kumimoji="1" lang="en-US" altLang="ja-JP" sz="2400" dirty="0"/>
          </a:p>
          <a:p>
            <a:pPr marL="0" indent="0">
              <a:buNone/>
            </a:pPr>
            <a:r>
              <a:rPr lang="ja-JP" altLang="en-US" sz="2400" dirty="0"/>
              <a:t>　サンプル</a:t>
            </a:r>
            <a:r>
              <a:rPr lang="en-US" altLang="ja-JP" sz="2400" dirty="0"/>
              <a:t>:Sensor Serial</a:t>
            </a:r>
          </a:p>
          <a:p>
            <a:pPr marL="0" indent="0">
              <a:buNone/>
            </a:pPr>
            <a:endParaRPr kumimoji="1" lang="en-US" altLang="ja-JP" sz="2400" dirty="0"/>
          </a:p>
          <a:p>
            <a:pPr marL="0" indent="0">
              <a:buNone/>
            </a:pPr>
            <a:r>
              <a:rPr kumimoji="1" lang="ja-JP" altLang="en-US" sz="2400" dirty="0"/>
              <a:t>・目標</a:t>
            </a:r>
            <a:r>
              <a:rPr kumimoji="1" lang="en-US" altLang="ja-JP" sz="2400" dirty="0"/>
              <a:t>3</a:t>
            </a:r>
          </a:p>
          <a:p>
            <a:pPr marL="0" indent="0">
              <a:buNone/>
            </a:pPr>
            <a:r>
              <a:rPr kumimoji="1" lang="ja-JP" altLang="en-US" sz="2400" dirty="0"/>
              <a:t>　パソコンから</a:t>
            </a:r>
            <a:r>
              <a:rPr kumimoji="1" lang="en-US" altLang="ja-JP" sz="2400" dirty="0"/>
              <a:t>LED</a:t>
            </a:r>
            <a:r>
              <a:rPr kumimoji="1" lang="ja-JP" altLang="en-US" sz="2400" dirty="0"/>
              <a:t>の光り方を制御しよう</a:t>
            </a:r>
            <a:endParaRPr kumimoji="1" lang="en-US" altLang="ja-JP" sz="2400" dirty="0"/>
          </a:p>
          <a:p>
            <a:pPr marL="0" indent="0">
              <a:buNone/>
            </a:pPr>
            <a:r>
              <a:rPr kumimoji="1" lang="ja-JP" altLang="en-US" sz="2400" dirty="0"/>
              <a:t>　サンプル</a:t>
            </a:r>
            <a:r>
              <a:rPr lang="en-US" altLang="ja-JP" sz="2400" dirty="0"/>
              <a:t>:Serial LED</a:t>
            </a:r>
            <a:endParaRPr kumimoji="1" lang="ja-JP" altLang="en-US" sz="2400" dirty="0"/>
          </a:p>
        </p:txBody>
      </p:sp>
    </p:spTree>
    <p:extLst>
      <p:ext uri="{BB962C8B-B14F-4D97-AF65-F5344CB8AC3E}">
        <p14:creationId xmlns:p14="http://schemas.microsoft.com/office/powerpoint/2010/main" val="213772751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2209</TotalTime>
  <Words>591</Words>
  <Application>Microsoft Office PowerPoint</Application>
  <PresentationFormat>ワイド画面</PresentationFormat>
  <Paragraphs>71</Paragraphs>
  <Slides>7</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游ゴシック</vt:lpstr>
      <vt:lpstr>Arial</vt:lpstr>
      <vt:lpstr>Calibri</vt:lpstr>
      <vt:lpstr>Calibri Light</vt:lpstr>
      <vt:lpstr>Office テーマ</vt:lpstr>
      <vt:lpstr>1. 基本的な書式　（スライド見出し：40 pt）</vt:lpstr>
      <vt:lpstr>　　Lチカをしてみよう</vt:lpstr>
      <vt:lpstr>　　Lチカをしてみよう</vt:lpstr>
      <vt:lpstr>　　次にやるものを選ぼう</vt:lpstr>
      <vt:lpstr>　　ボタンを使ってみよう</vt:lpstr>
      <vt:lpstr>　　光センサーを使ってみよう</vt:lpstr>
      <vt:lpstr>　　シリアル通信をしてみよう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春野絢</dc:creator>
  <cp:lastModifiedBy>水谷 新吾 / SHINGO MIZUTANI</cp:lastModifiedBy>
  <cp:revision>194</cp:revision>
  <dcterms:created xsi:type="dcterms:W3CDTF">2017-04-01T17:59:04Z</dcterms:created>
  <dcterms:modified xsi:type="dcterms:W3CDTF">2026-04-06T12:06:34Z</dcterms:modified>
</cp:coreProperties>
</file>